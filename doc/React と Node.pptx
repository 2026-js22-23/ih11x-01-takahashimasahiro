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87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29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上部アクセントバー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超入門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と Node.js って何？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</a:t>
            </a:r>
            <a:r>
              <a:rPr lang="en-US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</a:t>
            </a:r>
            <a:r>
              <a:rPr lang="ja-JP" altLang="en-US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</a:t>
            </a:r>
            <a:r>
              <a:rPr lang="en-US" altLang="ja-JP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ja-JP" altLang="en-US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年学んだあと、次に触れるのはこの</a:t>
            </a:r>
            <a:r>
              <a:rPr lang="en-US" altLang="ja-JP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r>
              <a:rPr lang="ja-JP" altLang="en-US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 </a:t>
            </a:r>
            <a:r>
              <a:rPr lang="en-US" altLang="ja-JP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</a:t>
            </a:r>
            <a:r>
              <a:rPr lang="ja-JP" altLang="en-US" sz="130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</a:t>
            </a:r>
            <a:r>
              <a:rPr lang="en-US" altLang="ja-JP" sz="130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ja-JP" altLang="en-US" sz="130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年目の学生向け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</a:t>
            </a:r>
            <a:r>
              <a:rPr lang="en-US" altLang="ja-JP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は、どこで動いていた？</a:t>
            </a:r>
            <a:endParaRPr lang="en-US" sz="2800" dirty="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71600"/>
            <a:ext cx="3703320" cy="3108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表側（フロントエンド）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ja-JP" alt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ブラウザで書いてきた側。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altLang="ja-JP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</a:t>
            </a:r>
            <a:r>
              <a:rPr lang="ja-JP" alt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操作やイベントの世界。</a:t>
            </a:r>
          </a:p>
          <a:p>
            <a:pPr marL="0" indent="0">
              <a:lnSpc>
                <a:spcPts val="2200"/>
              </a:lnSpc>
              <a:buNone/>
            </a:pPr>
            <a:r>
              <a:rPr lang="ja-JP" alt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ここをラクにするのが</a:t>
            </a:r>
            <a:r>
              <a:rPr lang="en-US" altLang="ja-JP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r>
              <a:rPr lang="ja-JP" alt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00" dirty="0"/>
          </a:p>
        </p:txBody>
      </p:sp>
      <p:sp>
        <p:nvSpPr>
          <p:cNvPr id="7" name="タグ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120" y="3749040"/>
            <a:ext cx="2103120" cy="4114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の担当</a:t>
            </a:r>
            <a:endParaRPr lang="en-US" sz="1300" dirty="0"/>
          </a:p>
        </p:txBody>
      </p:sp>
      <p:sp>
        <p:nvSpPr>
          <p:cNvPr id="9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371600"/>
            <a:ext cx="3703320" cy="3108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裏側（バックエンド）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ja-JP" alt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データの保存や認証の処理。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fetch</a:t>
            </a:r>
            <a:r>
              <a:rPr lang="ja-JP" alt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の「向こう側」の世界。</a:t>
            </a:r>
          </a:p>
          <a:p>
            <a:pPr marL="0" indent="0">
              <a:lnSpc>
                <a:spcPts val="2200"/>
              </a:lnSpc>
              <a:buNone/>
            </a:pPr>
            <a:r>
              <a:rPr lang="ja-JP" alt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ここを担うのが</a:t>
            </a:r>
            <a:r>
              <a:rPr lang="en-US" sz="14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</a:t>
            </a:r>
            <a:r>
              <a:rPr lang="en-US" sz="1400" dirty="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00" dirty="0"/>
          </a:p>
        </p:txBody>
      </p:sp>
      <p:sp>
        <p:nvSpPr>
          <p:cNvPr id="12" name="タグ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749040"/>
            <a:ext cx="2103120" cy="4114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 の担当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― </a:t>
            </a:r>
            <a:r>
              <a:rPr 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操作から卒業するための道具</a:t>
            </a:r>
            <a:endParaRPr lang="en-US" sz="2800" dirty="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ひとことで言うと：「</a:t>
            </a:r>
            <a:r>
              <a:rPr 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document.querySelector</a:t>
            </a: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で手作業していた画面更新を、</a:t>
            </a:r>
          </a:p>
          <a:p>
            <a:pPr marL="0" indent="0">
              <a:lnSpc>
                <a:spcPts val="2800"/>
              </a:lnSpc>
              <a:buNone/>
            </a:pP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データを書き換えるだけで自動にしてくれる仕組み」</a:t>
            </a:r>
            <a:endParaRPr lang="en-US" sz="1800" dirty="0"/>
          </a:p>
        </p:txBody>
      </p:sp>
      <p:sp>
        <p:nvSpPr>
          <p:cNvPr id="5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手で書いていた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innerHTML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appendChild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を、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が肩代わりしてくれる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画面を「コンポーネント」＝関数の単位に分けて組み立てる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データ（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state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）を更新すれば、必要な場所だけ自動で描き直される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新しい言語ではない。中身は習ってきた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そのもの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コンポーネント＝「</a:t>
            </a:r>
            <a:r>
              <a:rPr lang="en-US" altLang="ja-JP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を返す関数」</a:t>
            </a:r>
            <a:endParaRPr lang="en-US" sz="2800" dirty="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ヘッダー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ロゴ・メニュー</a:t>
            </a:r>
            <a:endParaRPr lang="en-US" sz="1200" dirty="0"/>
          </a:p>
        </p:txBody>
      </p:sp>
      <p:sp>
        <p:nvSpPr>
          <p:cNvPr id="8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検索ボックス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入力と検索ボタン</a:t>
            </a:r>
            <a:endParaRPr lang="en-US" sz="1200" dirty="0"/>
          </a:p>
        </p:txBody>
      </p:sp>
      <p:sp>
        <p:nvSpPr>
          <p:cNvPr id="12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商品カード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同じ形を何度でも</a:t>
            </a:r>
            <a:endParaRPr lang="en-US" sz="1200" dirty="0"/>
          </a:p>
        </p:txBody>
      </p:sp>
      <p:sp>
        <p:nvSpPr>
          <p:cNvPr id="16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フッター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リンクや著作表示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関数を作って呼び出す、いつもの感覚。引数（</a:t>
            </a:r>
            <a:r>
              <a:rPr 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props）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を変えれば見た目が変わる。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 ― JavaScript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がブラウザの外へ出る</a:t>
            </a:r>
            <a:endParaRPr lang="en-US" sz="2800" dirty="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ja-JP" altLang="en-US" sz="17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ひとことで言うと：「これまでブラウザの中だけで動いていた</a:t>
            </a:r>
            <a:r>
              <a:rPr lang="en-US" sz="1700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</a:t>
            </a:r>
            <a:r>
              <a:rPr lang="ja-JP" altLang="en-US" sz="17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を、</a:t>
            </a:r>
          </a:p>
          <a:p>
            <a:pPr marL="0" indent="0">
              <a:lnSpc>
                <a:spcPts val="2600"/>
              </a:lnSpc>
              <a:buNone/>
            </a:pPr>
            <a:r>
              <a:rPr lang="ja-JP" altLang="en-US" sz="17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パソコンやサーバーでも動かせるようにした実行環境」</a:t>
            </a:r>
            <a:endParaRPr lang="en-US" sz="1700" dirty="0"/>
          </a:p>
        </p:txBody>
      </p:sp>
      <p:sp>
        <p:nvSpPr>
          <p:cNvPr id="5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実は同じエンジン（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V8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）。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console.log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もそのまま使える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document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は無い代わりに、ファイル操作や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アクセスができる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呼び出していた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fetch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の「相手側（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）」を、自分で作れるようになる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新しい言語ではないので、覚え直しはほぼ不要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fetch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が飛んでいく先を追いかけよう</a:t>
            </a:r>
            <a:endParaRPr lang="en-US" sz="2800" dirty="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54480"/>
            <a:ext cx="1828800" cy="2194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番号の円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0432" y="1325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7043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2423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フォームに</a:t>
            </a:r>
            <a:r>
              <a:rPr lang="en-US" sz="1200" dirty="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パスワードを入力</a:t>
            </a:r>
            <a:endParaRPr lang="en-US" sz="1200" dirty="0"/>
          </a:p>
        </p:txBody>
      </p:sp>
      <p:sp>
        <p:nvSpPr>
          <p:cNvPr id="9" name="流れの矢印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2651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1760" y="1554480"/>
            <a:ext cx="1828800" cy="2194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番号の円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1325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36499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61488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61488" y="2423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state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で受け取り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fetch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で送信</a:t>
            </a:r>
            <a:endParaRPr lang="en-US" sz="1200" dirty="0"/>
          </a:p>
        </p:txBody>
      </p:sp>
      <p:sp>
        <p:nvSpPr>
          <p:cNvPr id="15" name="流れの矢印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651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554480"/>
            <a:ext cx="1828800" cy="2194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番号の円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9552" y="1325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55955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6048" y="2423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と照合して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で返す</a:t>
            </a:r>
            <a:endParaRPr lang="en-US" sz="1200" dirty="0"/>
          </a:p>
        </p:txBody>
      </p:sp>
      <p:sp>
        <p:nvSpPr>
          <p:cNvPr id="21" name="流れの矢印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2651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0" y="1554480"/>
            <a:ext cx="1828800" cy="2194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番号の円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4112" y="1325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75411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50608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50608" y="2423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返ってきた値で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画面を切り替え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React＝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ブラウザ側、</a:t>
            </a:r>
            <a:r>
              <a:rPr lang="en-US" sz="1400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Node.js＝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サーバー側。書く言語はどちらも</a:t>
            </a:r>
            <a:r>
              <a:rPr 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</a:t>
            </a:r>
            <a:r>
              <a:rPr lang="en-US" sz="1400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年やってきて引っかかりやすいところ</a:t>
            </a:r>
            <a:endParaRPr lang="en-US" sz="2800" dirty="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左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64008" cy="9144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r>
              <a:rPr lang="ja-JP" alt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って新しい言語を覚え直すの？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いいえ。ただの</a:t>
            </a: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ライブラリ。関数・配列・分割代入がそのまま武器になります。</a:t>
            </a:r>
            <a:endParaRPr lang="en-US" sz="1400" dirty="0"/>
          </a:p>
        </p:txBody>
      </p:sp>
      <p:sp>
        <p:nvSpPr>
          <p:cNvPr id="8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左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64008" cy="9144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</a:t>
            </a:r>
            <a:r>
              <a:rPr lang="ja-JP" alt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を入れたらブラウザの</a:t>
            </a:r>
            <a:r>
              <a:rPr 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</a:t>
            </a:r>
            <a:r>
              <a:rPr lang="ja-JP" alt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は要らない？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いいえ。動く場所が違うだけ。同じ言語を表と裏で使い分けるイメージです。</a:t>
            </a:r>
            <a:endParaRPr lang="en-US" sz="1400" dirty="0"/>
          </a:p>
        </p:txBody>
      </p:sp>
      <p:sp>
        <p:nvSpPr>
          <p:cNvPr id="12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左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29000"/>
            <a:ext cx="64008" cy="9144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ja-JP" alt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何から手を付ければいい？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8679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まずは今の力で十分。既存の課題を</a:t>
            </a:r>
            <a:r>
              <a:rPr 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で作り直すのが一番の近道です。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作り始めるのに必要なもの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公式サイトの</a:t>
            </a:r>
            <a:r>
              <a:rPr lang="en-US" altLang="ja-JP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LTS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版を導入。</a:t>
            </a:r>
          </a:p>
          <a:p>
            <a:pPr marL="0" indent="0" algn="ctr">
              <a:buNone/>
            </a:pPr>
            <a:r>
              <a:rPr lang="en-US" altLang="ja-JP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も同時に入る</a:t>
            </a:r>
            <a:endParaRPr lang="en-US" sz="1200"/>
          </a:p>
        </p:txBody>
      </p:sp>
      <p:sp>
        <p:nvSpPr>
          <p:cNvPr id="8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エディタ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Code。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拡張機能で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補完と整形が効く</a:t>
            </a:r>
            <a:endParaRPr lang="en-US" sz="1200"/>
          </a:p>
        </p:txBody>
      </p:sp>
      <p:sp>
        <p:nvSpPr>
          <p:cNvPr id="12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8006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でライブラリ導入、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でサーバー起動</a:t>
            </a:r>
            <a:endParaRPr lang="en-US" sz="1200"/>
          </a:p>
        </p:txBody>
      </p:sp>
      <p:sp>
        <p:nvSpPr>
          <p:cNvPr id="16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8580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Chrome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の開発者ツールで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表示と通信を確認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最初の一歩：</a:t>
            </a:r>
            <a:r>
              <a:rPr lang="en-US" altLang="ja-JP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 </a:t>
            </a:r>
            <a:r>
              <a:rPr lang="en-US" altLang="ja-JP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create vite@latest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r>
              <a:rPr lang="en-US" altLang="ja-JP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 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 </a:t>
            </a:r>
            <a:r>
              <a:rPr lang="en-US" altLang="ja-JP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init -y 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から。追加費用はゼロ。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</a:t>
            </a:r>
            <a:r>
              <a:rPr lang="en-US" altLang="ja-JP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次の一歩</a:t>
            </a:r>
            <a:endParaRPr lang="en-US" sz="2800" dirty="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155448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操作の手間を消し、データで画面を動かすライブラリ</a:t>
            </a:r>
            <a:endParaRPr lang="en-US" sz="1400" dirty="0"/>
          </a:p>
        </p:txBody>
      </p:sp>
      <p:sp>
        <p:nvSpPr>
          <p:cNvPr id="7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</a:t>
            </a: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で、サーバー側まで書けるようにする実行環境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React：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これまで作った課題ページを、</a:t>
            </a:r>
            <a:r>
              <a:rPr lang="en-US" altLang="ja-JP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つコンポーネントに書き換えてみる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Node.js：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ターミナルで </a:t>
            </a: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と打ち、書いた関数をその場で動かしてみる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42FDA3ABBCD154A9210F0A70488BDA5" ma:contentTypeVersion="13" ma:contentTypeDescription="新しいドキュメントを作成します。" ma:contentTypeScope="" ma:versionID="f113d3662dbff0b3d5c059083f0e6c17">
  <xsd:schema xmlns:xsd="http://www.w3.org/2001/XMLSchema" xmlns:xs="http://www.w3.org/2001/XMLSchema" xmlns:p="http://schemas.microsoft.com/office/2006/metadata/properties" xmlns:ns3="91a5efbd-7d02-4308-8565-d8690abf6588" targetNamespace="http://schemas.microsoft.com/office/2006/metadata/properties" ma:root="true" ma:fieldsID="18fefd990dfabeaf438368bc46c1ae56" ns3:_="">
    <xsd:import namespace="91a5efbd-7d02-4308-8565-d8690abf658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5efbd-7d02-4308-8565-d8690abf658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a5efbd-7d02-4308-8565-d8690abf6588" xsi:nil="true"/>
  </documentManagement>
</p:properties>
</file>

<file path=customXml/itemProps1.xml><?xml version="1.0" encoding="utf-8"?>
<ds:datastoreItem xmlns:ds="http://schemas.openxmlformats.org/officeDocument/2006/customXml" ds:itemID="{2C3D5975-98EA-40BE-A973-BBCBA2AD94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a5efbd-7d02-4308-8565-d8690abf6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07711E-74A8-49D6-8DE6-D1DC40750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8C95D6-6A04-4069-890E-C29C50E32953}">
  <ds:schemaRefs>
    <ds:schemaRef ds:uri="http://schemas.microsoft.com/office/2006/metadata/properties"/>
    <ds:schemaRef ds:uri="http://schemas.microsoft.com/office/infopath/2007/PartnerControls"/>
    <ds:schemaRef ds:uri="91a5efbd-7d02-4308-8565-d8690abf658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651</Words>
  <Application>Microsoft Office PowerPoint</Application>
  <PresentationFormat>画面に合わせる (16:9)</PresentationFormat>
  <Paragraphs>94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Yu Gothic</vt:lpstr>
      <vt:lpstr>Arial</vt:lpstr>
      <vt:lpstr>Calibri</vt:lpstr>
      <vt:lpstr>Office Theme</vt:lpstr>
      <vt:lpstr>React と Node.js って何？</vt:lpstr>
      <vt:lpstr>そのJavaScriptは、どこで動いていた？</vt:lpstr>
      <vt:lpstr>React ― DOM操作から卒業するための道具</vt:lpstr>
      <vt:lpstr>コンポーネント＝「HTMLを返す関数」</vt:lpstr>
      <vt:lpstr>Node.js ― JavaScriptがブラウザの外へ出る</vt:lpstr>
      <vt:lpstr>fetchが飛んでいく先を追いかけよう</vt:lpstr>
      <vt:lpstr>1年やってきて引っかかりやすいところ</vt:lpstr>
      <vt:lpstr>作り始めるのに必要なもの</vt:lpstr>
      <vt:lpstr>まとめ ― 次の一歩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NH-STAFF 高橋真広</dc:creator>
  <cp:lastModifiedBy>NH-STAFF 高橋真広</cp:lastModifiedBy>
  <cp:revision>1</cp:revision>
  <dcterms:created xsi:type="dcterms:W3CDTF">2026-09-06T19:05:39Z</dcterms:created>
  <dcterms:modified xsi:type="dcterms:W3CDTF">2026-09-06T20:29:21Z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0x010100142FDA3ABBCD154A9210F0A70488BDA5</vt:lpwstr>
  </property>
</Properties>
</file>